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notesMasterIdLst>
    <p:notesMasterId r:id="rId2"/>
  </p:notesMasterIdLst>
  <p:sldIdLst>
    <p:sldId id="256" r:id="rId3"/>
    <p:sldId id="262" r:id="rId4"/>
    <p:sldId id="263" r:id="rId5"/>
  </p:sldIdLst>
  <p:sldSz type="screen16x9" cy="6858000" cx="12192000"/>
  <p:notesSz cx="6858000" cy="9144000"/>
  <p:defaultTextStyle>
    <a:defPPr>
      <a:defRPr lang="zh-CN"/>
    </a:defPPr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446" y="108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tableStyles" Target="tableStyles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42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43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44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645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4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标题幻灯片"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altLang="en-US" lang="zh-CN" smtClean="0"/>
              <a:t>单击此处编辑母版标题样式</a:t>
            </a:r>
            <a:endParaRPr dirty="0" lang="en-US"/>
          </a:p>
        </p:txBody>
      </p:sp>
      <p:sp>
        <p:nvSpPr>
          <p:cNvPr id="1048582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algn="ctr" indent="0" marL="0">
              <a:buNone/>
              <a:defRPr sz="2400"/>
            </a:lvl1pPr>
            <a:lvl2pPr algn="ctr" indent="0" marL="457200">
              <a:buNone/>
              <a:defRPr sz="2000"/>
            </a:lvl2pPr>
            <a:lvl3pPr algn="ctr" indent="0" marL="914400">
              <a:buNone/>
              <a:defRPr sz="1800"/>
            </a:lvl3pPr>
            <a:lvl4pPr algn="ctr" indent="0" marL="1371600">
              <a:buNone/>
              <a:defRPr sz="1600"/>
            </a:lvl4pPr>
            <a:lvl5pPr algn="ctr" indent="0" marL="1828800">
              <a:buNone/>
              <a:defRPr sz="1600"/>
            </a:lvl5pPr>
            <a:lvl6pPr algn="ctr" indent="0" marL="2286000">
              <a:buNone/>
              <a:defRPr sz="1600"/>
            </a:lvl6pPr>
            <a:lvl7pPr algn="ctr" indent="0" marL="2743200">
              <a:buNone/>
              <a:defRPr sz="1600"/>
            </a:lvl7pPr>
            <a:lvl8pPr algn="ctr" indent="0" marL="3200400">
              <a:buNone/>
              <a:defRPr sz="1600"/>
            </a:lvl8pPr>
            <a:lvl9pPr algn="ctr" indent="0" marL="3657600">
              <a:buNone/>
              <a:defRPr sz="1600"/>
            </a:lvl9pPr>
          </a:lstStyle>
          <a:p>
            <a:r>
              <a:rPr altLang="en-US" lang="zh-CN" smtClean="0"/>
              <a:t>单击此处编辑母版副标题样式</a:t>
            </a:r>
            <a:endParaRPr dirty="0" lang="en-US"/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335F522-6256-461E-A79F-4037A6D0C8F9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C1A564D-84E6-4D0E-9D2B-1519760DAFCC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标题和内容"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en-US" lang="zh-CN" smtClean="0"/>
              <a:t>单击此处编辑母版标题样式</a:t>
            </a:r>
            <a:endParaRPr dirty="0" lang="en-US"/>
          </a:p>
        </p:txBody>
      </p:sp>
      <p:sp>
        <p:nvSpPr>
          <p:cNvPr id="1048598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altLang="en-US" lang="zh-CN" smtClean="0"/>
              <a:t>单击此处编辑母版文本样式</a:t>
            </a:r>
            <a:endParaRPr altLang="en-US" lang="zh-CN" smtClean="0"/>
          </a:p>
          <a:p>
            <a:pPr lvl="1"/>
            <a:r>
              <a:rPr altLang="en-US" lang="zh-CN" smtClean="0"/>
              <a:t>第二级</a:t>
            </a:r>
            <a:endParaRPr altLang="en-US" lang="zh-CN" smtClean="0"/>
          </a:p>
          <a:p>
            <a:pPr lvl="2"/>
            <a:r>
              <a:rPr altLang="en-US" lang="zh-CN" smtClean="0"/>
              <a:t>第三级</a:t>
            </a:r>
            <a:endParaRPr altLang="en-US" lang="zh-CN" smtClean="0"/>
          </a:p>
          <a:p>
            <a:pPr lvl="3"/>
            <a:r>
              <a:rPr altLang="en-US" lang="zh-CN" smtClean="0"/>
              <a:t>第四级</a:t>
            </a:r>
            <a:endParaRPr altLang="en-US" lang="zh-CN" smtClean="0"/>
          </a:p>
          <a:p>
            <a:pPr lvl="4"/>
            <a:r>
              <a:rPr altLang="en-US" lang="zh-CN" smtClean="0"/>
              <a:t>第五级</a:t>
            </a:r>
            <a:endParaRPr dirty="0" lang="en-US"/>
          </a:p>
        </p:txBody>
      </p:sp>
      <p:sp>
        <p:nvSpPr>
          <p:cNvPr id="104859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335F522-6256-461E-A79F-4037A6D0C8F9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60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0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C1A564D-84E6-4D0E-9D2B-1519760DAFCC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节标题"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altLang="en-US" lang="zh-CN" smtClean="0"/>
              <a:t>单击此处编辑母版标题样式</a:t>
            </a:r>
            <a:endParaRPr dirty="0" lang="en-US"/>
          </a:p>
        </p:txBody>
      </p:sp>
      <p:sp>
        <p:nvSpPr>
          <p:cNvPr id="1048614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indent="0" marL="0">
              <a:buNone/>
              <a:defRPr sz="2400">
                <a:solidFill>
                  <a:schemeClr val="tx1"/>
                </a:solidFill>
              </a:defRPr>
            </a:lvl1pPr>
            <a:lvl2pPr indent="0" marL="45720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altLang="en-US" lang="zh-CN" smtClean="0"/>
              <a:t>单击此处编辑母版文本样式</a:t>
            </a:r>
            <a:endParaRPr altLang="en-US" lang="zh-CN" smtClean="0"/>
          </a:p>
        </p:txBody>
      </p:sp>
      <p:sp>
        <p:nvSpPr>
          <p:cNvPr id="104861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335F522-6256-461E-A79F-4037A6D0C8F9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61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1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C1A564D-84E6-4D0E-9D2B-1519760DAFCC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两栏内容"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en-US" lang="zh-CN" smtClean="0"/>
              <a:t>单击此处编辑母版标题样式</a:t>
            </a:r>
            <a:endParaRPr dirty="0" lang="en-US"/>
          </a:p>
        </p:txBody>
      </p:sp>
      <p:sp>
        <p:nvSpPr>
          <p:cNvPr id="1048619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p>
            <a:pPr lvl="0"/>
            <a:r>
              <a:rPr altLang="en-US" lang="zh-CN" smtClean="0"/>
              <a:t>单击此处编辑母版文本样式</a:t>
            </a:r>
            <a:endParaRPr altLang="en-US" lang="zh-CN" smtClean="0"/>
          </a:p>
          <a:p>
            <a:pPr lvl="1"/>
            <a:r>
              <a:rPr altLang="en-US" lang="zh-CN" smtClean="0"/>
              <a:t>第二级</a:t>
            </a:r>
            <a:endParaRPr altLang="en-US" lang="zh-CN" smtClean="0"/>
          </a:p>
          <a:p>
            <a:pPr lvl="2"/>
            <a:r>
              <a:rPr altLang="en-US" lang="zh-CN" smtClean="0"/>
              <a:t>第三级</a:t>
            </a:r>
            <a:endParaRPr altLang="en-US" lang="zh-CN" smtClean="0"/>
          </a:p>
          <a:p>
            <a:pPr lvl="3"/>
            <a:r>
              <a:rPr altLang="en-US" lang="zh-CN" smtClean="0"/>
              <a:t>第四级</a:t>
            </a:r>
            <a:endParaRPr altLang="en-US" lang="zh-CN" smtClean="0"/>
          </a:p>
          <a:p>
            <a:pPr lvl="4"/>
            <a:r>
              <a:rPr altLang="en-US" lang="zh-CN" smtClean="0"/>
              <a:t>第五级</a:t>
            </a:r>
            <a:endParaRPr dirty="0" lang="en-US"/>
          </a:p>
        </p:txBody>
      </p:sp>
      <p:sp>
        <p:nvSpPr>
          <p:cNvPr id="1048620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p>
            <a:pPr lvl="0"/>
            <a:r>
              <a:rPr altLang="en-US" lang="zh-CN" smtClean="0"/>
              <a:t>单击此处编辑母版文本样式</a:t>
            </a:r>
            <a:endParaRPr altLang="en-US" lang="zh-CN" smtClean="0"/>
          </a:p>
          <a:p>
            <a:pPr lvl="1"/>
            <a:r>
              <a:rPr altLang="en-US" lang="zh-CN" smtClean="0"/>
              <a:t>第二级</a:t>
            </a:r>
            <a:endParaRPr altLang="en-US" lang="zh-CN" smtClean="0"/>
          </a:p>
          <a:p>
            <a:pPr lvl="2"/>
            <a:r>
              <a:rPr altLang="en-US" lang="zh-CN" smtClean="0"/>
              <a:t>第三级</a:t>
            </a:r>
            <a:endParaRPr altLang="en-US" lang="zh-CN" smtClean="0"/>
          </a:p>
          <a:p>
            <a:pPr lvl="3"/>
            <a:r>
              <a:rPr altLang="en-US" lang="zh-CN" smtClean="0"/>
              <a:t>第四级</a:t>
            </a:r>
            <a:endParaRPr altLang="en-US" lang="zh-CN" smtClean="0"/>
          </a:p>
          <a:p>
            <a:pPr lvl="4"/>
            <a:r>
              <a:rPr altLang="en-US" lang="zh-CN" smtClean="0"/>
              <a:t>第五级</a:t>
            </a:r>
            <a:endParaRPr dirty="0" lang="en-US"/>
          </a:p>
        </p:txBody>
      </p:sp>
      <p:sp>
        <p:nvSpPr>
          <p:cNvPr id="104862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335F522-6256-461E-A79F-4037A6D0C8F9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62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2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C1A564D-84E6-4D0E-9D2B-1519760DAFCC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比较"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4" name="Title 1"/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p>
            <a:r>
              <a:rPr altLang="en-US" lang="zh-CN" smtClean="0"/>
              <a:t>单击此处编辑母版标题样式</a:t>
            </a:r>
            <a:endParaRPr dirty="0" lang="en-US"/>
          </a:p>
        </p:txBody>
      </p:sp>
      <p:sp>
        <p:nvSpPr>
          <p:cNvPr id="1048625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altLang="en-US" lang="zh-CN" smtClean="0"/>
              <a:t>单击此处编辑母版文本样式</a:t>
            </a:r>
            <a:endParaRPr altLang="en-US" lang="zh-CN" smtClean="0"/>
          </a:p>
        </p:txBody>
      </p:sp>
      <p:sp>
        <p:nvSpPr>
          <p:cNvPr id="1048626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p>
            <a:pPr lvl="0"/>
            <a:r>
              <a:rPr altLang="en-US" lang="zh-CN" smtClean="0"/>
              <a:t>单击此处编辑母版文本样式</a:t>
            </a:r>
            <a:endParaRPr altLang="en-US" lang="zh-CN" smtClean="0"/>
          </a:p>
          <a:p>
            <a:pPr lvl="1"/>
            <a:r>
              <a:rPr altLang="en-US" lang="zh-CN" smtClean="0"/>
              <a:t>第二级</a:t>
            </a:r>
            <a:endParaRPr altLang="en-US" lang="zh-CN" smtClean="0"/>
          </a:p>
          <a:p>
            <a:pPr lvl="2"/>
            <a:r>
              <a:rPr altLang="en-US" lang="zh-CN" smtClean="0"/>
              <a:t>第三级</a:t>
            </a:r>
            <a:endParaRPr altLang="en-US" lang="zh-CN" smtClean="0"/>
          </a:p>
          <a:p>
            <a:pPr lvl="3"/>
            <a:r>
              <a:rPr altLang="en-US" lang="zh-CN" smtClean="0"/>
              <a:t>第四级</a:t>
            </a:r>
            <a:endParaRPr altLang="en-US" lang="zh-CN" smtClean="0"/>
          </a:p>
          <a:p>
            <a:pPr lvl="4"/>
            <a:r>
              <a:rPr altLang="en-US" lang="zh-CN" smtClean="0"/>
              <a:t>第五级</a:t>
            </a:r>
            <a:endParaRPr dirty="0" lang="en-US"/>
          </a:p>
        </p:txBody>
      </p:sp>
      <p:sp>
        <p:nvSpPr>
          <p:cNvPr id="1048627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altLang="en-US" lang="zh-CN" smtClean="0"/>
              <a:t>单击此处编辑母版文本样式</a:t>
            </a:r>
            <a:endParaRPr altLang="en-US" lang="zh-CN" smtClean="0"/>
          </a:p>
        </p:txBody>
      </p:sp>
      <p:sp>
        <p:nvSpPr>
          <p:cNvPr id="1048628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p>
            <a:pPr lvl="0"/>
            <a:r>
              <a:rPr altLang="en-US" lang="zh-CN" smtClean="0"/>
              <a:t>单击此处编辑母版文本样式</a:t>
            </a:r>
            <a:endParaRPr altLang="en-US" lang="zh-CN" smtClean="0"/>
          </a:p>
          <a:p>
            <a:pPr lvl="1"/>
            <a:r>
              <a:rPr altLang="en-US" lang="zh-CN" smtClean="0"/>
              <a:t>第二级</a:t>
            </a:r>
            <a:endParaRPr altLang="en-US" lang="zh-CN" smtClean="0"/>
          </a:p>
          <a:p>
            <a:pPr lvl="2"/>
            <a:r>
              <a:rPr altLang="en-US" lang="zh-CN" smtClean="0"/>
              <a:t>第三级</a:t>
            </a:r>
            <a:endParaRPr altLang="en-US" lang="zh-CN" smtClean="0"/>
          </a:p>
          <a:p>
            <a:pPr lvl="3"/>
            <a:r>
              <a:rPr altLang="en-US" lang="zh-CN" smtClean="0"/>
              <a:t>第四级</a:t>
            </a:r>
            <a:endParaRPr altLang="en-US" lang="zh-CN" smtClean="0"/>
          </a:p>
          <a:p>
            <a:pPr lvl="4"/>
            <a:r>
              <a:rPr altLang="en-US" lang="zh-CN" smtClean="0"/>
              <a:t>第五级</a:t>
            </a:r>
            <a:endParaRPr dirty="0" lang="en-US"/>
          </a:p>
        </p:txBody>
      </p:sp>
      <p:sp>
        <p:nvSpPr>
          <p:cNvPr id="1048629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335F522-6256-461E-A79F-4037A6D0C8F9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630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31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C1A564D-84E6-4D0E-9D2B-1519760DAFCC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仅标题">
    <p:spTree>
      <p:nvGrpSpPr>
        <p:cNvPr id="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en-US" lang="zh-CN" smtClean="0"/>
              <a:t>单击此处编辑母版标题样式</a:t>
            </a:r>
            <a:endParaRPr dirty="0" lang="en-US"/>
          </a:p>
        </p:txBody>
      </p:sp>
      <p:sp>
        <p:nvSpPr>
          <p:cNvPr id="1048589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335F522-6256-461E-A79F-4037A6D0C8F9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590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591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C1A564D-84E6-4D0E-9D2B-1519760DAFCC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空白"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335F522-6256-461E-A79F-4037A6D0C8F9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63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3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C1A564D-84E6-4D0E-9D2B-1519760DAFCC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内容与标题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5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altLang="en-US" lang="zh-CN" smtClean="0"/>
              <a:t>单击此处编辑母版标题样式</a:t>
            </a:r>
            <a:endParaRPr dirty="0" lang="en-US"/>
          </a:p>
        </p:txBody>
      </p:sp>
      <p:sp>
        <p:nvSpPr>
          <p:cNvPr id="1048636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altLang="en-US" lang="zh-CN" smtClean="0"/>
              <a:t>单击此处编辑母版文本样式</a:t>
            </a:r>
            <a:endParaRPr altLang="en-US" lang="zh-CN" smtClean="0"/>
          </a:p>
          <a:p>
            <a:pPr lvl="1"/>
            <a:r>
              <a:rPr altLang="en-US" lang="zh-CN" smtClean="0"/>
              <a:t>第二级</a:t>
            </a:r>
            <a:endParaRPr altLang="en-US" lang="zh-CN" smtClean="0"/>
          </a:p>
          <a:p>
            <a:pPr lvl="2"/>
            <a:r>
              <a:rPr altLang="en-US" lang="zh-CN" smtClean="0"/>
              <a:t>第三级</a:t>
            </a:r>
            <a:endParaRPr altLang="en-US" lang="zh-CN" smtClean="0"/>
          </a:p>
          <a:p>
            <a:pPr lvl="3"/>
            <a:r>
              <a:rPr altLang="en-US" lang="zh-CN" smtClean="0"/>
              <a:t>第四级</a:t>
            </a:r>
            <a:endParaRPr altLang="en-US" lang="zh-CN" smtClean="0"/>
          </a:p>
          <a:p>
            <a:pPr lvl="4"/>
            <a:r>
              <a:rPr altLang="en-US" lang="zh-CN" smtClean="0"/>
              <a:t>第五级</a:t>
            </a:r>
            <a:endParaRPr dirty="0" lang="en-US"/>
          </a:p>
        </p:txBody>
      </p:sp>
      <p:sp>
        <p:nvSpPr>
          <p:cNvPr id="1048637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altLang="en-US" lang="zh-CN" smtClean="0"/>
              <a:t>单击此处编辑母版文本样式</a:t>
            </a:r>
            <a:endParaRPr altLang="en-US" lang="zh-CN" smtClean="0"/>
          </a:p>
        </p:txBody>
      </p:sp>
      <p:sp>
        <p:nvSpPr>
          <p:cNvPr id="104863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335F522-6256-461E-A79F-4037A6D0C8F9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63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4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C1A564D-84E6-4D0E-9D2B-1519760DAFCC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图片与标题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altLang="en-US" lang="zh-CN" smtClean="0"/>
              <a:t>单击此处编辑母版标题样式</a:t>
            </a:r>
            <a:endParaRPr dirty="0" lang="en-US"/>
          </a:p>
        </p:txBody>
      </p:sp>
      <p:sp>
        <p:nvSpPr>
          <p:cNvPr id="1048603" name="Picture Placeholder 2"/>
          <p:cNvSpPr>
            <a:spLocks noChangeAspect="1"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 anchor="t"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r>
              <a:rPr altLang="en-US" lang="zh-CN" smtClean="0"/>
              <a:t>单击图标添加图片</a:t>
            </a:r>
            <a:endParaRPr dirty="0" lang="en-US"/>
          </a:p>
        </p:txBody>
      </p:sp>
      <p:sp>
        <p:nvSpPr>
          <p:cNvPr id="104860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altLang="en-US" lang="zh-CN" smtClean="0"/>
              <a:t>单击此处编辑母版文本样式</a:t>
            </a:r>
            <a:endParaRPr altLang="en-US" lang="zh-CN" smtClean="0"/>
          </a:p>
        </p:txBody>
      </p:sp>
      <p:sp>
        <p:nvSpPr>
          <p:cNvPr id="104860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335F522-6256-461E-A79F-4037A6D0C8F9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60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0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C1A564D-84E6-4D0E-9D2B-1519760DAFCC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标题和竖排文字"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en-US" lang="zh-CN" smtClean="0"/>
              <a:t>单击此处编辑母版标题样式</a:t>
            </a:r>
            <a:endParaRPr dirty="0" lang="en-US"/>
          </a:p>
        </p:txBody>
      </p:sp>
      <p:sp>
        <p:nvSpPr>
          <p:cNvPr id="1048609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altLang="en-US" lang="zh-CN" smtClean="0"/>
              <a:t>单击此处编辑母版文本样式</a:t>
            </a:r>
            <a:endParaRPr altLang="en-US" lang="zh-CN" smtClean="0"/>
          </a:p>
          <a:p>
            <a:pPr lvl="1"/>
            <a:r>
              <a:rPr altLang="en-US" lang="zh-CN" smtClean="0"/>
              <a:t>第二级</a:t>
            </a:r>
            <a:endParaRPr altLang="en-US" lang="zh-CN" smtClean="0"/>
          </a:p>
          <a:p>
            <a:pPr lvl="2"/>
            <a:r>
              <a:rPr altLang="en-US" lang="zh-CN" smtClean="0"/>
              <a:t>第三级</a:t>
            </a:r>
            <a:endParaRPr altLang="en-US" lang="zh-CN" smtClean="0"/>
          </a:p>
          <a:p>
            <a:pPr lvl="3"/>
            <a:r>
              <a:rPr altLang="en-US" lang="zh-CN" smtClean="0"/>
              <a:t>第四级</a:t>
            </a:r>
            <a:endParaRPr altLang="en-US" lang="zh-CN" smtClean="0"/>
          </a:p>
          <a:p>
            <a:pPr lvl="4"/>
            <a:r>
              <a:rPr altLang="en-US" lang="zh-CN" smtClean="0"/>
              <a:t>第五级</a:t>
            </a:r>
            <a:endParaRPr dirty="0" lang="en-US"/>
          </a:p>
        </p:txBody>
      </p:sp>
      <p:sp>
        <p:nvSpPr>
          <p:cNvPr id="10486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335F522-6256-461E-A79F-4037A6D0C8F9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6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C1A564D-84E6-4D0E-9D2B-1519760DAFCC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垂直排列标题与 文本"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p>
            <a:r>
              <a:rPr altLang="en-US" lang="zh-CN" smtClean="0"/>
              <a:t>单击此处编辑母版标题样式</a:t>
            </a:r>
            <a:endParaRPr dirty="0" lang="en-US"/>
          </a:p>
        </p:txBody>
      </p:sp>
      <p:sp>
        <p:nvSpPr>
          <p:cNvPr id="104859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p>
            <a:pPr lvl="0"/>
            <a:r>
              <a:rPr altLang="en-US" lang="zh-CN" smtClean="0"/>
              <a:t>单击此处编辑母版文本样式</a:t>
            </a:r>
            <a:endParaRPr altLang="en-US" lang="zh-CN" smtClean="0"/>
          </a:p>
          <a:p>
            <a:pPr lvl="1"/>
            <a:r>
              <a:rPr altLang="en-US" lang="zh-CN" smtClean="0"/>
              <a:t>第二级</a:t>
            </a:r>
            <a:endParaRPr altLang="en-US" lang="zh-CN" smtClean="0"/>
          </a:p>
          <a:p>
            <a:pPr lvl="2"/>
            <a:r>
              <a:rPr altLang="en-US" lang="zh-CN" smtClean="0"/>
              <a:t>第三级</a:t>
            </a:r>
            <a:endParaRPr altLang="en-US" lang="zh-CN" smtClean="0"/>
          </a:p>
          <a:p>
            <a:pPr lvl="3"/>
            <a:r>
              <a:rPr altLang="en-US" lang="zh-CN" smtClean="0"/>
              <a:t>第四级</a:t>
            </a:r>
            <a:endParaRPr altLang="en-US" lang="zh-CN" smtClean="0"/>
          </a:p>
          <a:p>
            <a:pPr lvl="4"/>
            <a:r>
              <a:rPr altLang="en-US" lang="zh-CN" smtClean="0"/>
              <a:t>第五级</a:t>
            </a:r>
            <a:endParaRPr dirty="0" lang="en-US"/>
          </a:p>
        </p:txBody>
      </p:sp>
      <p:sp>
        <p:nvSpPr>
          <p:cNvPr id="104859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335F522-6256-461E-A79F-4037A6D0C8F9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59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59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C1A564D-84E6-4D0E-9D2B-1519760DAFCC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altLang="en-US" lang="zh-CN" smtClean="0"/>
              <a:t>单击此处编辑母版标题样式</a:t>
            </a:r>
            <a:endParaRPr dirty="0" lang="en-US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altLang="en-US" lang="zh-CN" smtClean="0"/>
              <a:t>单击此处编辑母版文本样式</a:t>
            </a:r>
            <a:endParaRPr altLang="en-US" lang="zh-CN" smtClean="0"/>
          </a:p>
          <a:p>
            <a:pPr lvl="1"/>
            <a:r>
              <a:rPr altLang="en-US" lang="zh-CN" smtClean="0"/>
              <a:t>第二级</a:t>
            </a:r>
            <a:endParaRPr altLang="en-US" lang="zh-CN" smtClean="0"/>
          </a:p>
          <a:p>
            <a:pPr lvl="2"/>
            <a:r>
              <a:rPr altLang="en-US" lang="zh-CN" smtClean="0"/>
              <a:t>第三级</a:t>
            </a:r>
            <a:endParaRPr altLang="en-US" lang="zh-CN" smtClean="0"/>
          </a:p>
          <a:p>
            <a:pPr lvl="3"/>
            <a:r>
              <a:rPr altLang="en-US" lang="zh-CN" smtClean="0"/>
              <a:t>第四级</a:t>
            </a:r>
            <a:endParaRPr altLang="en-US" lang="zh-CN" smtClean="0"/>
          </a:p>
          <a:p>
            <a:pPr lvl="4"/>
            <a:r>
              <a:rPr altLang="en-US" lang="zh-CN" smtClean="0"/>
              <a:t>第五级</a:t>
            </a:r>
            <a:endParaRPr dirty="0" lang="en-US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35F522-6256-461E-A79F-4037A6D0C8F9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altLang="en-US" lang="zh-CN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1A564D-84E6-4D0E-9D2B-1519760DAFCC}" type="slidenum">
              <a:rPr altLang="en-US" lang="zh-CN" smtClean="0"/>
            </a:fld>
            <a:endParaRPr altLang="en-US" lang="zh-CN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7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altLang="en-US" sz="8800" lang="zh-CN"/>
              <a:t>歧路亡羊</a:t>
            </a:r>
            <a:endParaRPr altLang="en-US" lang="zh-CN"/>
          </a:p>
        </p:txBody>
      </p:sp>
      <p:sp>
        <p:nvSpPr>
          <p:cNvPr id="1048587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altLang="en-US" sz="3200" lang="zh-CN"/>
              <a:t>初二一班</a:t>
            </a:r>
            <a:endParaRPr altLang="en-US" 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1717" y="0"/>
            <a:ext cx="12188566" cy="6858000"/>
          </a:xfrm>
          <a:prstGeom prst="rect"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9" name="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sz="8000" lang="zh-CN"/>
              <a:t>谢谢欣赏</a:t>
            </a:r>
            <a:endParaRPr lang="zh-CN"/>
          </a:p>
        </p:txBody>
      </p:sp>
      <p:sp>
        <p:nvSpPr>
          <p:cNvPr id="1048650" name="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altLang="zh-CN" lang="en-US"/>
              <a:t>T</a:t>
            </a:r>
            <a:r>
              <a:rPr altLang="zh-CN" lang="en-US"/>
              <a:t>h</a:t>
            </a:r>
            <a:r>
              <a:rPr altLang="zh-CN" lang="en-US"/>
              <a:t>a</a:t>
            </a:r>
            <a:r>
              <a:rPr altLang="zh-CN" lang="en-US"/>
              <a:t>n</a:t>
            </a:r>
            <a:r>
              <a:rPr altLang="zh-CN" lang="en-US"/>
              <a:t>k</a:t>
            </a:r>
            <a:r>
              <a:rPr altLang="zh-CN" lang="en-US"/>
              <a:t>s</a:t>
            </a:r>
            <a:endParaRPr lang="zh-C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 主题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WPS 演示</Application>
  <ScaleCrop>0</ScaleCrop>
  <LinksUpToDate>0</LinksUpToDate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M2012K10C</dc:creator>
  <dcterms:created xsi:type="dcterms:W3CDTF">2025-12-21T11:15:52Z</dcterms:created>
  <dcterms:modified xsi:type="dcterms:W3CDTF">2025-12-21T11:15:52Z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2052-11.1.0.8500</vt:lpwstr>
  </property>
  <property fmtid="{D5CDD505-2E9C-101B-9397-08002B2CF9AE}" pid="3" name="ICV">
    <vt:lpwstr>8ad558850ceb45a28308f337aa007bb8_21</vt:lpwstr>
  </property>
</Properties>
</file>